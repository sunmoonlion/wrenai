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F9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 × Agent 研究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B4D8"/>
                </a:solidFill>
              </a:rPr>
              <a:t>从现代数据栈到 WrenAI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2026 技术趋势与实践深度调研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核心问题与叙事逻辑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当 AI Agent 进入分析链路，瓶颈在于：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物理层：是否有干净、主题化的表 (dbt/ETL)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语义层：指标口径、Join 路径是否统一 (MetricFlow/MDL)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消费方分裂：人走 BI 看板，Agent 走 API/语义查询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准确性：纯 Text-to-SQL 有瓶颈，'收窄查询空间' 是解法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统一数据栈架构图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原始数据 → 数据建模 (dbt-core: staging/intermediate/marts)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  ↓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指标 / 语义层 (MetricFlow, Cube, LookML, MDL/WrenAI ...)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  ├→ BI (Superset, Metabase, Looker ...) ──→ [ 人 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  └→ Agent 问数层 (WrenAI, Cube API, Vanna ...) ──→ [ Agent 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WrenAI 是最后一环的消费者与护栏，而非 dbt/BI 的替代品。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关于 WrenAI 版本定位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主分支 (2026)：Agent 上下文层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(MDL, Engine, Skills, wren-langchain, wren-pydantic)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Legacy (v1)：旧版 GenBI 应用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核心使命：给 Agent 提供业务语义、示例、memory 与治理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技术底座：Apache DataFusion (Rust) + Python SDK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§1. 历史演进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从 IT 报表到 Agent 分析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BI 的四个发展阶段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1. BI 1.0 (1990s): IT 中心化报表 (Cognos, Oracle BIEE)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2. BI 2.0 (2000s): 自助 BI、拖拽式 (Tableau, Power BI, Superset)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3. BI 3.0 / MDS (2015+): 云仓、dbt、Headless 语义层、BI as Code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4. Agent 分析 (2023+): NL 问数、MCP、语义层成为 AI 基础设施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市场背景与开源机会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全球分析市场 (2024): 约 203 亿美元，CAGR ~7%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竞争转向：可视化能力商品化，竞争转入 生态 + 数据平台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开源价值：无厂商锁定、可组合架构、AI Agent 原生集成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2025 趋势：治理 + AI Agent 平台 成为新战场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§2. 背景层：dbt 与物理建模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表从哪来？Agent 面对什么？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dbt: 数据仓库的生产线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dbt-core: 开源建模核心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建模流程：raw → staging → intermediate → marts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核心价值：将原始 Schema 整理成 '业务可查的表'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物理护拦：无此层，语义层与 Agent 将面对混乱数据源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dbt 与 WrenAI 的协作关系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分工：dbt 负责批量物理建模；WrenAI 负责 Agent 自然语言接口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依赖度：可以没有 dbt (用脚本导入)，但推荐生产栈：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[ dbt marts ] → [ 语义层/Wren MDL ] → [ Agent ]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WrenAI 主要是 marts 的出口之一，与传统 BI 并行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§3. 语义层生态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定义、竞品与 2025 博弈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什么是语义层 (Semantic Layer)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核心能力：统一指标、维度、Join 关系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查询逻辑：引擎根据定义生成 SQL，避免 BI 与 Agent 各自为战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头部工具：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- dbt + MetricFlow (指标→SQL)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- Cube (API、缓存、预聚合)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- Malloy (语义建模语言 + MCP)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消费分歧：人 vs Agent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BI (人)：关注图表、看板、协作。消费 marts 表或指标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Agent：关注 可执行边界 (允许哪些模型/Join/策略/校验)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架构演进：从 '单体 BI' 到 '建模+语义+展示+Agent' 的分层系统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WrenAI 位居 Agent 查询/上下文层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2025 趋势：仓库原生语义层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玩家：Snowflake (Semantic Views), Databricks (Metric Views)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诉求：零外部依赖、SQL 客户端即插即用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瓶颈：多云/多仓兼容性弱，由于指标模型互不兼容 (OSI 标准早期)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博弈：独立语义层 VS 仓内原生语义层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§4. BI 层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给人看的分析与 Excel 的韧性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BI 工具生态速查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Superset: SQL-first, 强可视化 (72k Stars)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Metabase: 低门槛自助 BI, 业务友好 (44k Stars)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Rill / Evidence: BI-as-Code, 运营极速看板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Grafana: 可观测性/时序监控 (71k Stars)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Excel: 韧性极强，因 '可确定性' 与 'What-if' 场景暂无法替代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§5. 治理、质量与 NL2SQL 争论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治理与质量：Agent 的地图与护栏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数据目录 (DataHub/OpenMetadata): 告知 Agent 哪张表权威、字段含义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数据质量 (Elementary/Soda): 前置数据质量观测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风险点：底层缺值或口径不一，Agent 会 '自信地答错'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建议栈：[ 治理层 ] → [ 语义层 ] → [ WrenAI ]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Text-to-SQL vs Text-to-Semantic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Text-to-SQL (Vanna): 喂 Schema/示例给 LLM 猜 SQL (天花板明显)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Text-to-Semantic (WrenAI/Cube): 对语义对象提问，由引擎出 SQL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行业共识：Snowflake 等巨头转向语义层路线，标志着该方向的承认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WrenAI 优势：收窄查询空间，提高大模型在 BI 场景的准确度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§6. 重点：WrenAI 解析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Agent 问数的开放上下文层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WrenAI: 解决什么核心问题？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问题 1: Agent 直连数仓易猜错表、字段与口径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问题 2: 口径散落在表、文档、SQL 与人脑中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问题 3: 多 Agent 需要共享同一套上下文与权限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WrenAI: 为 Agent 提供 Git-friendly 的 MDL (语义模型) 与 Memory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WrenAI 核心组件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MDL: 定义 Model, Relationship, Metrics, RLAC/CLAC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Engine (Apache DataFusion): 跨 22+ 数据源的语义引擎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Memory (LanceDB): 可版本化、可检索历史问法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SDK/Skills: LangChain/LangGraph 集成，教 Agent 驱动 CLI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准确性保障原语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Dry-plan / Dry-run: 在执行前验证逻辑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Structured Errors: 提供可被 LLM 理解的反馈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Memory Recall: 历史高分回答对齐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Eval: 持续加强的评估框架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结论：WrenAI 不凭空变准，上限由底层语义建设质量决定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WrenAI vs 其他工具对比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对比 Vanna: WrenAI 活跃维护；Vanna 偏 RAG 且已 Archive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对比 Cube/MetricFlow: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- MetricFlow/Cube: 工程平台导向 API/缓存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  - WrenAI: Agent-native, 强在 Memory、Skills 与 SDK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协作：WrenAI 可作 AI 环境下的语义层，分担或替代部分工程复杂性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§7. 开源生态速查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按团队与场景选型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团队选型参考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dbt 数据团队: dbt + MetricFlow + Lightdash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嵌入式分析: dbt + Cube + 自研前端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业务自助: dbt + Metabase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AI Agent 问数: dbt/建仓 + WrenAI (MDL-only)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治理 + AI: DataHub + WrenAI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推荐研究顺序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1. 建模 (dbt-core) - 理解 staging/marts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2. 语义 (Cube/MetricFlow) - 理解指标代码化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3. BI (Superset) - 理解人如何消费数据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4. 治理 (DataHub) - 理解血缘与元数据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5. Agent (WrenAI) - MDL、Dry-plan、SDK 整合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</a:rPr>
              <a:t>§8. 结论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三个判断与最终站位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行业三大趋势判断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1. 语义层从 '可选' 变为 '必选' (GenAI 时代分析底座)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2. Text-to-Semantic 在 BI 场景绝对优于纯 Text-to-SQL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3. 数据质量观测必须进入 Agent 链路，避免 '自信地错'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企业瓶颈：目前大多在 '语义建设成熟度'，而非引擎性能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B4D8"/>
                </a:solidFill>
              </a:rPr>
              <a:t>WrenAI 在技术栈中的地位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不替代：dbt ELT、专业 BI 报表、金融量化 Notebook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核心位：Agent-native 查询层 / 上下文管理层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扩展性：通过 SDK 接入各类应用 (如 TradingAgents)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F8F9FA"/>
                </a:solidFill>
              </a:rPr>
              <a:t>• 建议：先跑通 /wren-onboarding，建立 '语义限制 SQL' 的直觉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9FA"/>
                </a:solidFill>
              </a:rPr>
              <a:t>感谢关注！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657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BI × Agent 研究报告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2026-05-24T08:37:56Z</dcterms:created>
  <dcterms:modified xsi:type="dcterms:W3CDTF">2026-05-24T08:37:56Z</dcterms:modified>
</cp:coreProperties>
</file>